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E1C87-7463-C438-6D61-DE9FB1E6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69F831-6440-9938-1B0C-138E17A09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15441-B0CC-B93F-5DA9-DDA6DC5B2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3A02A-39B7-EF4C-69F0-BF1568D7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9BEFC-769D-770A-2BF1-259BF3525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9481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009E0-8215-578D-71EE-1D829648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23131-EDF8-0A8B-7DCD-BAA60B59D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35C8C-AF74-B041-48D8-ED491B1B8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CFCB7-C5CF-0BBE-648A-7C80F361E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218306-F9D3-A9EF-0C30-333E974BC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66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FFA8-836C-A399-57AC-CC189003D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B03E9-9363-ABFB-44C5-033BB40E6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7EEBB-2F77-0B0C-496B-B637ACDA4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01B09-D403-FB44-C4D9-3722043DF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B5EBD-BEEC-4D26-8279-B012448F0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7300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2ADE-0BDB-EFC4-1C7F-3A058ABCD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BFEFB-BA8A-8F0E-8078-26CD8F42D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82ECF-40A7-D8E5-4D83-4C65BE36A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A24E19-7F7A-E286-BC36-F7F9D5AC9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3FF4C-478A-DA69-9AF5-AC387C2F9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540157-C21C-5F0D-6C1E-64F06B58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5644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B8E9-7192-4CAC-E896-6E2704A51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5456D-A00C-2DE1-62DA-78A5AE8DC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7DA34-16D3-A9D3-A949-F85029752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5916F1-5627-9056-FAB8-D03A32650B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7A734B-E0DE-CAC4-C466-47BEB68D83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39A97C-EBE2-B2B4-9CAD-3BD4A6141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808F6F-9D52-F38C-028F-1A5E43EC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5B331-F1CC-908E-27D3-0A744C0D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278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E00AC-2A31-21F8-DEB5-C2D17CF18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25CE0-F8A4-7EE4-0E11-C3F0287B6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1B8B57-DE38-03E2-54A2-D3986C7DB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C4518-182F-4052-EF53-E469B5973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6565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D6CE3-8F7D-AF13-7CCA-51984A151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D6397F-E3AF-56B5-3B6E-3A9BC708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C31E5-43FB-7B99-4B23-680E1C116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11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ACEEA-C992-F2B7-CD71-18A47452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069BE-D22E-C9C1-B287-5402C34F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BBF79-87C6-F899-8477-CAD9D98C9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DFBA7-6EEC-7576-6C84-478CE37C5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058F70-FF30-A77F-CC16-2FB813B52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66F82-1500-8A6D-4B26-DBBEB338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99277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877AE-2E9F-3856-D01C-44C3CE21D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F704F-D76A-648E-258C-BDB7FC53AD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6DEF2-1D49-CD54-5D32-A2BB8CE1CA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ED6A5B-75F2-333B-FF6F-8C4392060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F44F0-0A74-4623-388D-6090AD124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99BA27-A9C4-1D08-B238-EFD5A1ABF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28308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AB1E3-6FB5-9DA0-0F91-57769E93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DF0F9-99BA-A377-D8EB-07D721E2C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D20B2-C749-8933-DEC3-994687529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98461-E2BA-5E4C-1281-350AD5B18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F66CF-8445-0BAE-5B71-7ABB74776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5232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62540B-9623-50EA-B83B-2CA01988F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678EAB-2E0A-EAA1-22CA-9002D000D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610FF-F976-7787-195F-9350058F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12D80-0BEC-E755-BAA7-4970592B2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57F9D-2C05-20BE-592B-812D305A8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8419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5D655-C864-F850-F9A3-38FEF534A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046BFD-E1FC-B81A-1DB1-D7E87E7D7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4B2EF-5D02-9077-7793-D99A5E064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A7683-3C61-46B5-A81D-54C444A2F7C4}" type="datetimeFigureOut">
              <a:rPr lang="it-IT" smtClean="0"/>
              <a:t>13/12/2023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7CDBF-59E5-7812-2A88-6BFFAEFE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B42F-EE4F-FFD2-F6A8-B21D990F81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0AC79-BBC0-49B2-8BB4-512EEE234F0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2621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92DA45A-F5EE-FD1D-A997-543B020A3F9C}"/>
              </a:ext>
            </a:extLst>
          </p:cNvPr>
          <p:cNvSpPr txBox="1"/>
          <p:nvPr/>
        </p:nvSpPr>
        <p:spPr>
          <a:xfrm>
            <a:off x="7238287" y="2690336"/>
            <a:ext cx="45036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Nel </a:t>
            </a:r>
            <a:r>
              <a:rPr lang="en-US" dirty="0" err="1"/>
              <a:t>programma</a:t>
            </a:r>
            <a:r>
              <a:rPr lang="en-US" dirty="0"/>
              <a:t> a lato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chiesto</a:t>
            </a:r>
            <a:r>
              <a:rPr lang="en-US" dirty="0"/>
              <a:t> </a:t>
            </a:r>
            <a:r>
              <a:rPr lang="en-US" dirty="0" err="1"/>
              <a:t>all’utente</a:t>
            </a:r>
            <a:endParaRPr lang="en-US" dirty="0"/>
          </a:p>
          <a:p>
            <a:pPr algn="ctr"/>
            <a:r>
              <a:rPr lang="en-US" dirty="0"/>
              <a:t>di </a:t>
            </a:r>
            <a:r>
              <a:rPr lang="en-US" dirty="0" err="1"/>
              <a:t>inserire</a:t>
            </a:r>
            <a:r>
              <a:rPr lang="en-US" dirty="0"/>
              <a:t> un </a:t>
            </a:r>
            <a:r>
              <a:rPr lang="en-US" dirty="0" err="1"/>
              <a:t>numero</a:t>
            </a:r>
            <a:r>
              <a:rPr lang="en-US" dirty="0"/>
              <a:t> da 1 a 3 per </a:t>
            </a:r>
            <a:r>
              <a:rPr lang="en-US" dirty="0" err="1"/>
              <a:t>scegliere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figura</a:t>
            </a:r>
            <a:r>
              <a:rPr lang="en-US" dirty="0"/>
              <a:t> </a:t>
            </a:r>
            <a:r>
              <a:rPr lang="en-US" dirty="0" err="1"/>
              <a:t>geometrica</a:t>
            </a:r>
            <a:r>
              <a:rPr lang="en-US" dirty="0"/>
              <a:t>,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chiesto</a:t>
            </a:r>
            <a:r>
              <a:rPr lang="en-US" dirty="0"/>
              <a:t> di </a:t>
            </a:r>
            <a:r>
              <a:rPr lang="en-US" dirty="0" err="1"/>
              <a:t>inserire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di </a:t>
            </a:r>
            <a:r>
              <a:rPr lang="en-US" dirty="0" err="1"/>
              <a:t>quest’ultima</a:t>
            </a:r>
            <a:r>
              <a:rPr lang="en-US" dirty="0"/>
              <a:t> per </a:t>
            </a:r>
            <a:r>
              <a:rPr lang="en-US" dirty="0" err="1"/>
              <a:t>poterne</a:t>
            </a:r>
            <a:r>
              <a:rPr lang="en-US" dirty="0"/>
              <a:t> </a:t>
            </a:r>
            <a:r>
              <a:rPr lang="en-US" dirty="0" err="1"/>
              <a:t>ottenere</a:t>
            </a:r>
            <a:r>
              <a:rPr lang="en-US" dirty="0"/>
              <a:t> il </a:t>
            </a:r>
            <a:r>
              <a:rPr lang="en-US" dirty="0" err="1"/>
              <a:t>perimetro</a:t>
            </a:r>
            <a:r>
              <a:rPr lang="en-US" dirty="0"/>
              <a:t>.</a:t>
            </a:r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EA730-ED5C-9D0F-2544-D6D9E9E5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129" y="1352550"/>
            <a:ext cx="563880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81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</dc:creator>
  <cp:lastModifiedBy>Marco</cp:lastModifiedBy>
  <cp:revision>2</cp:revision>
  <dcterms:created xsi:type="dcterms:W3CDTF">2023-12-13T12:55:57Z</dcterms:created>
  <dcterms:modified xsi:type="dcterms:W3CDTF">2023-12-13T12:57:04Z</dcterms:modified>
</cp:coreProperties>
</file>